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CFE8-3A70-019B-BEAB-179AB02DBF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9FD4F2-8D27-1210-5E5C-95EFD6008A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A5F00-73B5-B5C9-1D79-64B1E4613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47F7B-B354-51A1-BFED-695496E7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D70A6-873C-B1DD-C4F4-5279EB8D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48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5BDE4-13C9-C662-5489-FAB96974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D9F5C-EE2E-51EA-A6F5-58533712A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0BB82-78CC-3E95-51E4-06D492CA3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A4AEF-A420-587E-EA37-3660CABDC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F0F3E-BB2C-0C93-11D9-DE8DA0A47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893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EF9FB-B1F0-9DFB-FDC7-38CAEC354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099C4-8D93-46B0-61B2-FFB8F01E5C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56F62-5195-5C53-83C0-209C2E20D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E7794D-3C19-B675-83D9-B14B50151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4D7A4-FE49-44BE-666F-1BE7A268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767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A0995-B827-C596-0C59-88DE7C5EE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1982C-18ED-341D-99CA-9E768CC08E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CA05D1-2207-0845-7152-34791F9BB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D52AA-422C-AB50-6B8F-5CAF77DD9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5615E-B5F6-4B1F-C807-F746994A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29481-F442-53EE-82A6-9BC629E24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740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28EDD-78B0-CF63-267F-92611AB90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A62AD2-C24D-EB45-FB24-6CAEC9834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A10567-7201-5E3D-56A7-84D45F98A2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120F96-1CE7-6372-1BB8-A9B421BB0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6619C0-921B-94C7-AB88-BA6A1A604E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706AA0-48BB-2603-0FA8-04CA2CCC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914AD-D9F2-C2FD-0C14-34D6AEC0B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F390A7-1840-7333-DE92-62807CB9D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422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409A-F789-9CBF-3D13-829E5A6F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ED50B-6EA7-4870-4A3D-CA0DCBBF0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33BF04-EDA0-7EF5-439E-EEF569864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752689-C0AF-12FC-0C81-E79F732B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308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9B7192-0B77-203A-0F9E-D609A3FEE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507904-3C9D-EF03-0C86-C096E4CF9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8C9EC-467B-A2FC-9559-C19A47B0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256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7CEB4-5CDE-2A18-649F-FFE67AFE4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5B104-3939-20CE-691C-451CEA742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4CB992-2EBF-151F-DE62-CB41B51D0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87F28-2273-372C-C207-C58E1B2D0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DA457-3EAC-C4F7-118C-CB0F41EB6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C2047-2674-4DE2-22FA-1329CC388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98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30E2-84E6-DB6D-E060-67980CAEC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0AD268-679A-CFA9-9FC6-7FF0313484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3D92E2-B79C-4F77-9C7E-6A2D8A1DC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28D4E6-6413-0803-BE2C-481B4AD69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774BC-C1B6-84C0-28E4-76FAD26AE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B8462-1D66-1976-FA94-CE18A33B2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47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1E86B-1D67-8B2E-79AC-D20ED4D36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7BCD0D-5D52-335C-BC15-67CB0F85A0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32C9C-9F18-20FC-76F4-51C663E3C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2D4DA-DA00-D87E-3D2D-0993F79F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14C79-E35B-87C0-4F94-53CBB31B1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603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FA27FD-A672-9F9D-2BF4-BF029FE04E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E42CC9-E07E-62D4-61E4-ECA2587DB9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0A21A-8569-0055-212B-ADFA2D2E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7843DC-11F0-7F73-387D-2F3B108D9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7E68B-281C-6CA2-76FE-3810A8A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66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13F868-F044-E461-03A5-50921A76F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47D07-AFFE-ACCC-5E6D-62B572B9E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F7BAD-7D6A-BD98-CFFF-4A8675CC8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BA09D6-ECFC-4D5D-996A-E59E4A8C3E3B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74ADE-EEA3-9845-1178-2E5FFDAE07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CED06-B5CB-7722-2904-913A39892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E7F27D-49D6-471A-BF60-89B5E51B3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582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E6F4C4D-30AD-B589-8A12-44B3EB7E2CB1}"/>
              </a:ext>
            </a:extLst>
          </p:cNvPr>
          <p:cNvSpPr txBox="1"/>
          <p:nvPr/>
        </p:nvSpPr>
        <p:spPr>
          <a:xfrm>
            <a:off x="3562494" y="1124923"/>
            <a:ext cx="2059557" cy="1600438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User Profile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User_id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(1to1)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Address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City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Country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Phone number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Email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5AFC8-2B90-1CEC-AF95-C3CC337B94B2}"/>
              </a:ext>
            </a:extLst>
          </p:cNvPr>
          <p:cNvSpPr txBox="1"/>
          <p:nvPr/>
        </p:nvSpPr>
        <p:spPr>
          <a:xfrm>
            <a:off x="343187" y="1258933"/>
            <a:ext cx="2059557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Users records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Id(pk)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First Name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Last name</a:t>
            </a:r>
          </a:p>
          <a:p>
            <a:pPr marL="285750" marR="0" indent="-28575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Password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C97872-7FBC-5B0F-0EB3-5B85099A8FFA}"/>
              </a:ext>
            </a:extLst>
          </p:cNvPr>
          <p:cNvSpPr txBox="1"/>
          <p:nvPr/>
        </p:nvSpPr>
        <p:spPr>
          <a:xfrm>
            <a:off x="872376" y="3751989"/>
            <a:ext cx="2158041" cy="138499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Author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First Name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Last name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DOB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Year of Death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3D122F-494D-B787-C6E4-7CCA4D57C59F}"/>
              </a:ext>
            </a:extLst>
          </p:cNvPr>
          <p:cNvSpPr txBox="1"/>
          <p:nvPr/>
        </p:nvSpPr>
        <p:spPr>
          <a:xfrm>
            <a:off x="5116135" y="3751988"/>
            <a:ext cx="1796716" cy="138499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Books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Title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Isbn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Author (FK)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Published date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Genre (M2M)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A754C-405F-64FB-0336-C9818AC1DF36}"/>
              </a:ext>
            </a:extLst>
          </p:cNvPr>
          <p:cNvSpPr txBox="1"/>
          <p:nvPr/>
        </p:nvSpPr>
        <p:spPr>
          <a:xfrm>
            <a:off x="1333358" y="5976229"/>
            <a:ext cx="1418006" cy="738664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Genre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Id(PK)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title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2FEAA4-83A7-EC7C-9E0E-10C7F68D38CE}"/>
              </a:ext>
            </a:extLst>
          </p:cNvPr>
          <p:cNvSpPr txBox="1"/>
          <p:nvPr/>
        </p:nvSpPr>
        <p:spPr>
          <a:xfrm>
            <a:off x="6912851" y="2079030"/>
            <a:ext cx="5023335" cy="64633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Century Gothic" panose="020B0502020202020204" pitchFamily="34" charset="0"/>
              </a:rPr>
              <a:t>Books that belong to Multiple Genre, One Genre can contain multiple Book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b="1" dirty="0">
                <a:effectLst/>
                <a:latin typeface="Century Gothic" panose="020B0502020202020204" pitchFamily="34" charset="0"/>
              </a:rPr>
              <a:t>Many to Many Relationship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7A6237-F46D-7BDB-FBD8-838FEB4A01A6}"/>
              </a:ext>
            </a:extLst>
          </p:cNvPr>
          <p:cNvSpPr txBox="1"/>
          <p:nvPr/>
        </p:nvSpPr>
        <p:spPr>
          <a:xfrm>
            <a:off x="6912851" y="1501577"/>
            <a:ext cx="3978441" cy="46166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effectLst/>
                <a:latin typeface="Century Gothic" panose="020B0502020202020204" pitchFamily="34" charset="0"/>
              </a:rPr>
              <a:t>Author that Wrote Multiple Books (FK)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200" b="1" dirty="0">
                <a:effectLst/>
                <a:latin typeface="Century Gothic" panose="020B0502020202020204" pitchFamily="34" charset="0"/>
              </a:rPr>
              <a:t>One to Many Relationship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0F33DB-7C88-8BFA-74A2-73618A708FF7}"/>
              </a:ext>
            </a:extLst>
          </p:cNvPr>
          <p:cNvSpPr txBox="1"/>
          <p:nvPr/>
        </p:nvSpPr>
        <p:spPr>
          <a:xfrm>
            <a:off x="6912851" y="924124"/>
            <a:ext cx="2774566" cy="461665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Century Gothic" panose="020B0502020202020204" pitchFamily="34" charset="0"/>
              </a:rPr>
              <a:t>One User to User Profile</a:t>
            </a:r>
          </a:p>
          <a:p>
            <a:r>
              <a:rPr lang="en-US" sz="1200" b="1" dirty="0">
                <a:latin typeface="Century Gothic" panose="020B0502020202020204" pitchFamily="34" charset="0"/>
              </a:rPr>
              <a:t>One to One Relationship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AEADB402-C828-53C2-3B63-1AB749232582}"/>
              </a:ext>
            </a:extLst>
          </p:cNvPr>
          <p:cNvCxnSpPr/>
          <p:nvPr/>
        </p:nvCxnSpPr>
        <p:spPr>
          <a:xfrm flipV="1">
            <a:off x="1300708" y="1501577"/>
            <a:ext cx="2258921" cy="106790"/>
          </a:xfrm>
          <a:prstGeom prst="bentConnector3">
            <a:avLst>
              <a:gd name="adj1" fmla="val 6265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C5A49DC8-6324-0C9F-595D-31AD5A55EDC9}"/>
              </a:ext>
            </a:extLst>
          </p:cNvPr>
          <p:cNvCxnSpPr/>
          <p:nvPr/>
        </p:nvCxnSpPr>
        <p:spPr>
          <a:xfrm>
            <a:off x="1372965" y="4106638"/>
            <a:ext cx="3852178" cy="4572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EF703BB6-5EF5-4A0B-CA7E-53A1CD6E2FBF}"/>
              </a:ext>
            </a:extLst>
          </p:cNvPr>
          <p:cNvCxnSpPr/>
          <p:nvPr/>
        </p:nvCxnSpPr>
        <p:spPr>
          <a:xfrm flipV="1">
            <a:off x="2228850" y="4988381"/>
            <a:ext cx="2955471" cy="13571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CEFF41C-308E-15DE-D4D3-AD3952928C94}"/>
              </a:ext>
            </a:extLst>
          </p:cNvPr>
          <p:cNvSpPr txBox="1"/>
          <p:nvPr/>
        </p:nvSpPr>
        <p:spPr>
          <a:xfrm>
            <a:off x="8173689" y="3018668"/>
            <a:ext cx="2056160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Century Gothic" panose="020B0502020202020204" pitchFamily="34" charset="0"/>
              </a:rPr>
              <a:t>Book Request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user_id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(FK)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effectLst/>
                <a:latin typeface="Century Gothic" panose="020B0502020202020204" pitchFamily="34" charset="0"/>
              </a:rPr>
              <a:t>Book_id</a:t>
            </a:r>
            <a:r>
              <a:rPr lang="en-US" sz="1400" dirty="0">
                <a:effectLst/>
                <a:latin typeface="Century Gothic" panose="020B0502020202020204" pitchFamily="34" charset="0"/>
              </a:rPr>
              <a:t>(FK/M2M)</a:t>
            </a: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 err="1">
                <a:latin typeface="Century Gothic" panose="020B0502020202020204" pitchFamily="34" charset="0"/>
              </a:rPr>
              <a:t>Date_requested</a:t>
            </a:r>
            <a:endParaRPr lang="en-US" sz="1400" dirty="0">
              <a:latin typeface="Century Gothic" panose="020B0502020202020204" pitchFamily="34" charset="0"/>
            </a:endParaRPr>
          </a:p>
          <a:p>
            <a:pPr marL="285750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400" dirty="0">
                <a:latin typeface="Century Gothic" panose="020B0502020202020204" pitchFamily="34" charset="0"/>
              </a:rPr>
              <a:t>Return date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F5361D4-AC32-2F28-BFA9-AEE650C0EA99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4293479" y="-492029"/>
            <a:ext cx="959696" cy="68007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E6359A1-6322-85F2-A76E-CB071E1FDFA0}"/>
              </a:ext>
            </a:extLst>
          </p:cNvPr>
          <p:cNvCxnSpPr>
            <a:stCxn id="13" idx="3"/>
            <a:endCxn id="29" idx="1"/>
          </p:cNvCxnSpPr>
          <p:nvPr/>
        </p:nvCxnSpPr>
        <p:spPr>
          <a:xfrm flipV="1">
            <a:off x="6912851" y="3603444"/>
            <a:ext cx="1260838" cy="84104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5C33A5A-CAE6-15C9-5A92-001418AC4B05}"/>
              </a:ext>
            </a:extLst>
          </p:cNvPr>
          <p:cNvSpPr txBox="1"/>
          <p:nvPr/>
        </p:nvSpPr>
        <p:spPr>
          <a:xfrm>
            <a:off x="3622563" y="0"/>
            <a:ext cx="4946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LIBRARY MANAGEMENT SYSTEM DESIGN</a:t>
            </a:r>
          </a:p>
        </p:txBody>
      </p:sp>
    </p:spTree>
    <p:extLst>
      <p:ext uri="{BB962C8B-B14F-4D97-AF65-F5344CB8AC3E}">
        <p14:creationId xmlns:p14="http://schemas.microsoft.com/office/powerpoint/2010/main" val="1794632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117</Words>
  <Application>Microsoft Office PowerPoint</Application>
  <PresentationFormat>Widescreen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Century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Chiko  Liu</dc:creator>
  <cp:lastModifiedBy>Chiko  Liu</cp:lastModifiedBy>
  <cp:revision>1</cp:revision>
  <dcterms:created xsi:type="dcterms:W3CDTF">2026-09-28T08:47:55Z</dcterms:created>
  <dcterms:modified xsi:type="dcterms:W3CDTF">2026-09-28T09:02:50Z</dcterms:modified>
</cp:coreProperties>
</file>